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4" y="-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D26DC0-8561-4D53-B40C-CA5CBCDC8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581DBB-27A6-430E-BFA3-7339C9A71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08B8EF-CB50-4DFA-A492-38CAE16B1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C036F-DE4A-4698-A60D-1BAA69B4233E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78A722-23CD-469E-86C7-5308011C4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E09646-478E-4E74-9F11-1CEBA8362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5E11-3967-4030-9E2D-990E09F0A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110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DBECBE-A65E-4C8B-95E2-9ED58288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A0C8A0-BB63-4CE7-9E61-97BD76E9D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18D60A-8C84-4AAC-ADE9-D7A7017A1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C036F-DE4A-4698-A60D-1BAA69B4233E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9117A3-6672-4346-9254-F80A6BA42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C717FB-8569-495C-810B-8F4F1A6C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5E11-3967-4030-9E2D-990E09F0A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12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89236B-FC6A-4A2C-9115-302481207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B9277F-5CA4-4A2D-B94C-3FCC80C82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386CB0-1A16-41E0-A1C7-DB6131E3E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C036F-DE4A-4698-A60D-1BAA69B4233E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00A8DA-0EF5-46C6-85D4-04453F848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BECC09-5A21-483B-A86B-EE864B655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5E11-3967-4030-9E2D-990E09F0A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917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21E069-3A57-4111-BEA4-C200FC04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1ED239-EEA4-4FDD-9883-1B3442936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836CF9-2CA7-47EC-A3E9-4AA4F7861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DF649C-EDBD-41F1-AC01-A9066B76D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C036F-DE4A-4698-A60D-1BAA69B4233E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12A78F-CF0C-49BD-9C06-4DC88844F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4E50EE-3307-4D69-A5A8-14EE6F64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5E11-3967-4030-9E2D-990E09F0A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97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12794-387B-4AA8-B901-CD4988004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95A1B7-DE00-408C-9C51-92C4DADF4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AE7D25-452D-4F73-A410-8FC1A90D3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32768DF-B8D4-41A8-883F-54F5A4219E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FFD46AA-410C-45FD-BCC1-641E9EAE2B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819A3AD-7743-480A-8E8B-DF8F44F35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C036F-DE4A-4698-A60D-1BAA69B4233E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A2E54ED-D2E4-4615-A0B9-13F63CA61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FB21204-52E9-4FDF-8EB2-FF596F7D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5E11-3967-4030-9E2D-990E09F0A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508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777406-5EFC-4276-8879-8C93F747B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0E9C209-A82F-4688-83E8-7A0E3AC8A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C036F-DE4A-4698-A60D-1BAA69B4233E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7CE9C0D-5291-4544-BE5E-7889CA633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B6D5909-1BAA-4768-8265-92A8A87E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5E11-3967-4030-9E2D-990E09F0A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969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75FC4F9-2431-41E1-AE5D-A4CA1A9F9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C036F-DE4A-4698-A60D-1BAA69B4233E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28A6C42-8B33-4407-AA47-94B2C3E5B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9B82C1-9521-4742-9217-613D1A8A2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5E11-3967-4030-9E2D-990E09F0A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126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2B2588-8275-4EC6-B466-074DDD8D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B74BEA-D85E-4878-BE8C-13B73E283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1D56A75-0159-4381-AB9A-885EDACB7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2029F6-5409-4030-95D8-EE4DFC1DA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C036F-DE4A-4698-A60D-1BAA69B4233E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43BDA3-E2F1-441F-A64A-90CB233DB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EE9363-8978-4A30-B066-35E7FFA1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5E11-3967-4030-9E2D-990E09F0A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446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7D4A85-3259-4CFB-8AFE-8D88FA059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30B87E6-9035-4DF2-A37B-EB6ADE05E4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DDE716-3888-4150-8853-D3AF0F119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B74D9-1629-4CEF-BAE4-5CFCC835A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C036F-DE4A-4698-A60D-1BAA69B4233E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38E988-978C-4DA2-8AA9-856E66A3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A1CF1F-1AF5-4AAB-9BD6-A3366E8DC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5E11-3967-4030-9E2D-990E09F0A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518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644750-1FC2-4AEE-A61F-D6BF80E8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CAB58C-96BD-4E35-86C2-C59FD2AA5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DDFB21-983A-4966-8181-D3B79F5DC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C036F-DE4A-4698-A60D-1BAA69B4233E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634768-7DA8-4201-A6E2-8B200B078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195949-424C-4211-9C43-3F259A027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5E11-3967-4030-9E2D-990E09F0A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5997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7117262-1801-4328-8703-26EF788578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4576DD-8692-446A-8E62-62E95DC75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DE8C9F-4816-4C48-9646-74842DB0C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C036F-DE4A-4698-A60D-1BAA69B4233E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36ABA5-57E3-4736-92E1-B4007A45B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3E289E-A3BA-4B8D-A75E-786427262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5E11-3967-4030-9E2D-990E09F0A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21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A478AF-72F9-4838-827E-1A43B90D2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0C8889-1316-45BD-955B-9C5A22783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5F5163-D731-421B-A744-1B53F9CC4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C036F-DE4A-4698-A60D-1BAA69B4233E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449A1D-24C3-410C-9310-0C5B84312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E64323-0D5B-471B-8A5A-83CF460D4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C5E11-3967-4030-9E2D-990E09F0A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20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at wearing a sunflower costume on its head">
            <a:extLst>
              <a:ext uri="{FF2B5EF4-FFF2-40B4-BE49-F238E27FC236}">
                <a16:creationId xmlns:a16="http://schemas.microsoft.com/office/drawing/2014/main" id="{7587D9FF-5342-4BD2-9B6B-AF5805B50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88" y="0"/>
            <a:ext cx="103076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B562D0-7DF0-4EF7-B134-5CF794047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8940" y="1122363"/>
            <a:ext cx="3909060" cy="2387600"/>
          </a:xfrm>
        </p:spPr>
        <p:txBody>
          <a:bodyPr>
            <a:normAutofit fontScale="90000"/>
          </a:bodyPr>
          <a:lstStyle/>
          <a:p>
            <a:pPr algn="r"/>
            <a:r>
              <a:rPr lang="es-ES" b="1" dirty="0">
                <a:solidFill>
                  <a:schemeClr val="bg1"/>
                </a:solidFill>
              </a:rPr>
              <a:t>Un día en la vida de mi gato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904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2FE52-1037-49AD-8994-15151D4D1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8:00 - </a:t>
            </a:r>
            <a:r>
              <a:rPr lang="es-ES" dirty="0"/>
              <a:t>mi gato se despierta y maúlla. Luego desayuna y bebe agua</a:t>
            </a:r>
            <a:endParaRPr lang="ru-RU" dirty="0"/>
          </a:p>
        </p:txBody>
      </p:sp>
      <p:pic>
        <p:nvPicPr>
          <p:cNvPr id="2050" name="Picture 2" descr="a cat sitting on top of a wooden chair">
            <a:extLst>
              <a:ext uri="{FF2B5EF4-FFF2-40B4-BE49-F238E27FC236}">
                <a16:creationId xmlns:a16="http://schemas.microsoft.com/office/drawing/2014/main" id="{93DE1589-86A9-4E32-B77E-46239BF473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554" y="1825625"/>
            <a:ext cx="290089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611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992A3-4782-4FAA-9CF9-2A9CA843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10:00-12:00</a:t>
            </a:r>
            <a:r>
              <a:rPr lang="es-ES" dirty="0"/>
              <a:t> </a:t>
            </a:r>
            <a:r>
              <a:rPr lang="ru-RU" dirty="0"/>
              <a:t>- </a:t>
            </a:r>
            <a:r>
              <a:rPr lang="es-ES" dirty="0"/>
              <a:t>mira por la ventana, observa a los pájaros y juega con un juguete</a:t>
            </a:r>
            <a:endParaRPr lang="ru-RU" dirty="0"/>
          </a:p>
        </p:txBody>
      </p:sp>
      <p:pic>
        <p:nvPicPr>
          <p:cNvPr id="4098" name="Picture 2" descr="russian blue cat on white table">
            <a:extLst>
              <a:ext uri="{FF2B5EF4-FFF2-40B4-BE49-F238E27FC236}">
                <a16:creationId xmlns:a16="http://schemas.microsoft.com/office/drawing/2014/main" id="{A70D8A8B-98C3-47D5-BBDA-23150F48E8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648" y="1825625"/>
            <a:ext cx="336270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21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1FA67D-A83E-4C1B-B5E4-3C5476540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12:00</a:t>
            </a:r>
            <a:r>
              <a:rPr lang="es-ES" dirty="0"/>
              <a:t> </a:t>
            </a:r>
            <a:r>
              <a:rPr lang="ru-RU" dirty="0"/>
              <a:t>- </a:t>
            </a:r>
            <a:r>
              <a:rPr lang="es-ES" dirty="0"/>
              <a:t>come un poco más</a:t>
            </a:r>
            <a:endParaRPr lang="ru-RU" dirty="0"/>
          </a:p>
        </p:txBody>
      </p:sp>
      <p:pic>
        <p:nvPicPr>
          <p:cNvPr id="5122" name="Picture 2" descr="silver tabby cat in white ceramic bowl">
            <a:extLst>
              <a:ext uri="{FF2B5EF4-FFF2-40B4-BE49-F238E27FC236}">
                <a16:creationId xmlns:a16="http://schemas.microsoft.com/office/drawing/2014/main" id="{F8B57CCB-337B-4F04-9415-2385D11D0D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742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CDB3F-1B15-41C5-B9A3-61A7EBBE0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13:00-15:00 -</a:t>
            </a:r>
            <a:r>
              <a:rPr lang="es-ES" dirty="0"/>
              <a:t> duerme otra vez.</a:t>
            </a:r>
            <a:endParaRPr lang="ru-RU" dirty="0"/>
          </a:p>
        </p:txBody>
      </p:sp>
      <p:pic>
        <p:nvPicPr>
          <p:cNvPr id="3074" name="Picture 2" descr="orange tabby cat on brown parquet floor">
            <a:extLst>
              <a:ext uri="{FF2B5EF4-FFF2-40B4-BE49-F238E27FC236}">
                <a16:creationId xmlns:a16="http://schemas.microsoft.com/office/drawing/2014/main" id="{E71566DC-BA8D-409B-9D42-0F63D302D7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496" y="1825625"/>
            <a:ext cx="652700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69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75F888-5F0B-4E39-B691-4A1FD2355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15:00-15:00 -</a:t>
            </a:r>
            <a:r>
              <a:rPr lang="es-ES" dirty="0"/>
              <a:t> explora la casa y busca atención</a:t>
            </a:r>
            <a:endParaRPr lang="ru-RU" dirty="0"/>
          </a:p>
        </p:txBody>
      </p:sp>
      <p:pic>
        <p:nvPicPr>
          <p:cNvPr id="6146" name="Picture 2" descr="selective focus photography of gray cat peeking at the table">
            <a:extLst>
              <a:ext uri="{FF2B5EF4-FFF2-40B4-BE49-F238E27FC236}">
                <a16:creationId xmlns:a16="http://schemas.microsoft.com/office/drawing/2014/main" id="{0EFF92DB-105C-4D8D-BCED-19B325FDE3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951" y="1825625"/>
            <a:ext cx="310809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725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E47A81-72C7-4EE8-9337-32334D291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17:00 -</a:t>
            </a:r>
            <a:r>
              <a:rPr lang="en-US" dirty="0"/>
              <a:t> </a:t>
            </a:r>
            <a:r>
              <a:rPr lang="en-US" dirty="0" err="1"/>
              <a:t>cena</a:t>
            </a:r>
            <a:endParaRPr lang="ru-RU" dirty="0"/>
          </a:p>
        </p:txBody>
      </p:sp>
      <p:pic>
        <p:nvPicPr>
          <p:cNvPr id="5" name="Picture 2" descr="silver tabby cat in white ceramic bowl">
            <a:extLst>
              <a:ext uri="{FF2B5EF4-FFF2-40B4-BE49-F238E27FC236}">
                <a16:creationId xmlns:a16="http://schemas.microsoft.com/office/drawing/2014/main" id="{13F235D0-8F23-486C-B290-101DCCA8BE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690688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086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61EBDB-5C43-4A3B-B244-1A3133936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18:00-20:00 - </a:t>
            </a:r>
            <a:r>
              <a:rPr lang="es-ES" dirty="0"/>
              <a:t>vuelve a dormir.</a:t>
            </a:r>
            <a:endParaRPr lang="ru-RU" dirty="0"/>
          </a:p>
        </p:txBody>
      </p:sp>
      <p:pic>
        <p:nvPicPr>
          <p:cNvPr id="4" name="Picture 2" descr="orange tabby cat on brown parquet floor">
            <a:extLst>
              <a:ext uri="{FF2B5EF4-FFF2-40B4-BE49-F238E27FC236}">
                <a16:creationId xmlns:a16="http://schemas.microsoft.com/office/drawing/2014/main" id="{DE244F4F-7BD0-4BEE-AD61-56979F05CB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496" y="1825625"/>
            <a:ext cx="652700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664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62532E-7F6A-4356-9A91-CE13DBD8F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21:00 - </a:t>
            </a:r>
            <a:r>
              <a:rPr lang="es-ES" dirty="0"/>
              <a:t>juega un poco más.</a:t>
            </a:r>
            <a:endParaRPr lang="ru-RU" dirty="0"/>
          </a:p>
        </p:txBody>
      </p:sp>
      <p:pic>
        <p:nvPicPr>
          <p:cNvPr id="7170" name="Picture 2" descr="gray cat leaning on scratch post and looking on hanged fur fish">
            <a:extLst>
              <a:ext uri="{FF2B5EF4-FFF2-40B4-BE49-F238E27FC236}">
                <a16:creationId xmlns:a16="http://schemas.microsoft.com/office/drawing/2014/main" id="{7627EF80-8DF7-44F0-AEBA-D0169F5FCB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587" y="1825625"/>
            <a:ext cx="257882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46952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</Words>
  <Application>Microsoft Office PowerPoint</Application>
  <PresentationFormat>Широкоэкранный</PresentationFormat>
  <Paragraphs>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Un día en la vida de mi gato</vt:lpstr>
      <vt:lpstr>8:00 - mi gato se despierta y maúlla. Luego desayuna y bebe agua</vt:lpstr>
      <vt:lpstr>10:00-12:00 - mira por la ventana, observa a los pájaros y juega con un juguete</vt:lpstr>
      <vt:lpstr>12:00 - come un poco más</vt:lpstr>
      <vt:lpstr>13:00-15:00 - duerme otra vez.</vt:lpstr>
      <vt:lpstr>15:00-15:00 - explora la casa y busca atención</vt:lpstr>
      <vt:lpstr>17:00 - cena</vt:lpstr>
      <vt:lpstr>18:00-20:00 - vuelve a dormir.</vt:lpstr>
      <vt:lpstr>21:00 - juega un poco más.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Касьяненко Вера Михайловна</dc:creator>
  <cp:lastModifiedBy>Касьяненко Вера Михайловна</cp:lastModifiedBy>
  <cp:revision>2</cp:revision>
  <dcterms:created xsi:type="dcterms:W3CDTF">2025-03-27T09:07:48Z</dcterms:created>
  <dcterms:modified xsi:type="dcterms:W3CDTF">2025-03-27T09:10:17Z</dcterms:modified>
</cp:coreProperties>
</file>