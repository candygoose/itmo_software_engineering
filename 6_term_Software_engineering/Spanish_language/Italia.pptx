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B4D87-1069-4F10-AD6E-04D61EC54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DBA17F-7C77-47E1-8A4D-74C4A79C3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039DBC-EA9B-499F-A29E-CF05DEFE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D8F833-B120-4F2D-9ED5-9A2456A6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5997D5-482B-45A8-9AA6-4B91921A2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51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AF111-C626-4720-90F5-6F8D272CA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595151-F826-4CA3-A504-5707F4BDD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3DDF0-327F-4F25-83EB-13A799D4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440050-CA09-446C-BC0E-64347046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7AF2FF-2D38-467B-BD64-5D014625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201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38541-BB63-4E26-8DF3-50C241F3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99BB96-E30D-49DC-B1FC-26D902BE8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F9E424-6B78-46C2-98EC-E8B453B9D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28E866-4ADF-4699-B1EF-62F91122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FB61DB-C861-4BFB-9A2C-1E6CFD16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64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C2DA2-C15C-4B56-8433-2F9DE145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83E85D-C031-42B3-AB2E-6123E03ED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F48F41-B380-4848-B105-007660606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805245-015F-465A-A072-42753086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F86EA3-79FB-45F9-ABB8-1FC7BBAF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F91BB9-12BC-4B1D-A807-A2BA372D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1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41E0C-1EC9-490A-819B-3986C6EC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185BE1-F9E1-4CB3-BBC1-12E595E9D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C6AF32-667B-421E-A759-43F2F1AEB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5B9B05-F217-41C0-847C-9AE4DAF2F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5852B8-02B1-4F14-B44D-A9302A7EE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0A0A5D-7BB8-494F-8EE7-98E955511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D608EE-81AF-4B80-BF91-028130EB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8B2106-0724-4011-A9C8-C7C614DB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32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825E7-FCF1-418E-B255-31B428EE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343B4F-6D03-4A50-9188-737EA057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E5E7BF-8F95-4E1C-9C3E-61572996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6D5965-1CB6-450F-A0FB-71FF2FB3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64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4E74E60-E36F-4417-A6D0-B0CEDFA1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7B67A0-AA53-4152-B061-91417CB2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D3CEB5-2844-43D0-962C-B9339CDA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28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91E82-1F53-4E3F-83F8-ECFFF4D8F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F8F2C4-82F7-413F-B518-B7800CBD3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EE076E-3B69-4A14-9769-F0C16AC4B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C54C12-7D05-4865-A790-145E14AF9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AC1EF8-6DC6-4378-9C75-62DA6B5C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AC8168-8BAA-43AD-A829-1CFAE52B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69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674E9-3090-4286-AA51-D637EECC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E856C9-F387-4404-97C0-CF38A9AA8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BCC743-A998-45B5-B386-AEA7FF252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0E34A3-CE4E-4249-AD1C-732861B1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244EC7-7944-4641-B7FD-50B8D36EE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05A5CB-BE41-41DC-954F-2BB1D48D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69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C83A5-A655-47DF-9478-6BB7E935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99C9C3-28B3-4AE4-8662-2C35F50EE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97E1D7-A190-4A56-9477-A84E619B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ADA2B7-D47E-4E50-8E91-CC2400FA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6EEAF4-4679-493A-9E0D-0F317916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286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D64093-A289-45F7-BBF9-F13C97DF5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3BD8AA-1126-4A66-9882-C854FD229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81C2C3-2F26-468D-9209-B723C2DA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7B8797-65A4-4EEB-85E0-56CEC7F4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4E3FAB-132D-407E-9DC1-24D8291D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02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366B4-BC23-45E7-B971-6CC22E53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682D2D-4966-4085-9275-6A77E9F74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6623A3-2B66-4120-A7D2-11B8CC71A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EF72D-F860-4A0A-97A1-ABCB3F86A4DB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859123-0D78-4DE9-B836-F95A7B2FC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149923-34B9-4E23-A0F1-1BAAB101E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1E6EB-5105-48A8-944A-BF15869CC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15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E7E3941-5EAA-45D4-848E-D126AD1C1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3CB0F-CD80-484C-9F70-C352C14C5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781" y="0"/>
            <a:ext cx="2669219" cy="1558693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</a:rPr>
              <a:t>Italia</a:t>
            </a:r>
            <a:endParaRPr lang="ru-RU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26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EE8336-9394-46EB-A76C-DEED3A4A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BDD636C3-6652-4B85-9636-29060F7BB7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0488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4ED763-3D7B-418A-BEB2-10DE9DC3A562}"/>
              </a:ext>
            </a:extLst>
          </p:cNvPr>
          <p:cNvSpPr txBox="1"/>
          <p:nvPr/>
        </p:nvSpPr>
        <p:spPr>
          <a:xfrm>
            <a:off x="401139" y="926073"/>
            <a:ext cx="457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i="1" dirty="0"/>
              <a:t>Italia es un país muy bonito. Me gusta mucho.</a:t>
            </a:r>
            <a:endParaRPr lang="ru-RU" sz="2800" i="1" dirty="0"/>
          </a:p>
          <a:p>
            <a:r>
              <a:rPr lang="es-ES" sz="2800" i="1" dirty="0"/>
              <a:t>Está en Europa, cerca de Francia y Suiza.</a:t>
            </a:r>
            <a:endParaRPr lang="ru-RU" sz="2800" i="1" dirty="0"/>
          </a:p>
          <a:p>
            <a:r>
              <a:rPr lang="es-ES" sz="2800" i="1" dirty="0"/>
              <a:t>La lengua oficial es el italiano.</a:t>
            </a:r>
            <a:endParaRPr lang="ru-RU" sz="2800" i="1" dirty="0"/>
          </a:p>
        </p:txBody>
      </p:sp>
    </p:spTree>
    <p:extLst>
      <p:ext uri="{BB962C8B-B14F-4D97-AF65-F5344CB8AC3E}">
        <p14:creationId xmlns:p14="http://schemas.microsoft.com/office/powerpoint/2010/main" val="71311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3BFB54C5-6259-41CE-8541-2A6FD5240F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32236"/>
            <a:ext cx="12295572" cy="819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E5B2-F0F2-4AEA-B429-11CB0A371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620" y="657924"/>
            <a:ext cx="4515035" cy="1325563"/>
          </a:xfrm>
        </p:spPr>
        <p:txBody>
          <a:bodyPr>
            <a:normAutofit fontScale="90000"/>
          </a:bodyPr>
          <a:lstStyle/>
          <a:p>
            <a:r>
              <a:rPr lang="es-ES" dirty="0"/>
              <a:t>La capital es Roma. Es una ciudad muy antigua y famosa.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4140140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B2AACCD5-96FC-4355-9D3C-BD63B7BF33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3294" y="0"/>
            <a:ext cx="14098588" cy="704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ADDD13-3DD1-4604-8371-ACAB330D08B1}"/>
              </a:ext>
            </a:extLst>
          </p:cNvPr>
          <p:cNvSpPr txBox="1"/>
          <p:nvPr/>
        </p:nvSpPr>
        <p:spPr>
          <a:xfrm>
            <a:off x="215900" y="880533"/>
            <a:ext cx="1176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También hay mar, montañas y muchas ciudades bonitas como Florencia, Venecia y Nápoles.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75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49118-F9F8-45F0-9525-A6D6CBE45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E8B419F8-CF64-4F8D-BFC2-01ABCA034A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555826"/>
            <a:ext cx="12192001" cy="812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0ECA24-40D7-44E4-A72B-96631BC3BB35}"/>
              </a:ext>
            </a:extLst>
          </p:cNvPr>
          <p:cNvSpPr txBox="1"/>
          <p:nvPr/>
        </p:nvSpPr>
        <p:spPr>
          <a:xfrm>
            <a:off x="414867" y="3828484"/>
            <a:ext cx="26077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</a:rPr>
              <a:t>Hay mucha comida rica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  <a:p>
            <a:r>
              <a:rPr lang="es-ES" sz="2800" dirty="0">
                <a:solidFill>
                  <a:schemeClr val="bg1"/>
                </a:solidFill>
              </a:rPr>
              <a:t>Italia tiene la pizza y la pasta más deliciosas del mundo.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38724-AC30-4A34-8878-9A2A19D32A8B}"/>
              </a:ext>
            </a:extLst>
          </p:cNvPr>
          <p:cNvSpPr txBox="1"/>
          <p:nvPr/>
        </p:nvSpPr>
        <p:spPr>
          <a:xfrm>
            <a:off x="9685867" y="728133"/>
            <a:ext cx="21505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</a:rPr>
              <a:t>Quiero visitar Italia porque me encanta su cultura y su historia.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3215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87</Words>
  <Application>Microsoft Office PowerPoint</Application>
  <PresentationFormat>Широкоэкранный</PresentationFormat>
  <Paragraphs>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Italia</vt:lpstr>
      <vt:lpstr>Презентация PowerPoint</vt:lpstr>
      <vt:lpstr>La capital es Roma. Es una ciudad muy antigua y famosa.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Italia</dc:title>
  <dc:creator>Касьяненко Вера Михайловна</dc:creator>
  <cp:lastModifiedBy>Касьяненко Вера Михайловна</cp:lastModifiedBy>
  <cp:revision>5</cp:revision>
  <dcterms:created xsi:type="dcterms:W3CDTF">2025-05-08T09:00:08Z</dcterms:created>
  <dcterms:modified xsi:type="dcterms:W3CDTF">2025-05-15T07:41:04Z</dcterms:modified>
</cp:coreProperties>
</file>