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1427" y="612139"/>
            <a:ext cx="77228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3B3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C3B3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9460" cy="2048510"/>
          </a:xfrm>
          <a:custGeom>
            <a:avLst/>
            <a:gdLst/>
            <a:ahLst/>
            <a:cxnLst/>
            <a:rect l="l" t="t" r="r" b="b"/>
            <a:pathLst>
              <a:path w="12189460" h="2048510">
                <a:moveTo>
                  <a:pt x="12188952" y="0"/>
                </a:moveTo>
                <a:lnTo>
                  <a:pt x="0" y="0"/>
                </a:lnTo>
                <a:lnTo>
                  <a:pt x="0" y="2048255"/>
                </a:lnTo>
                <a:lnTo>
                  <a:pt x="12188952" y="2048255"/>
                </a:lnTo>
                <a:lnTo>
                  <a:pt x="12188952" y="0"/>
                </a:lnTo>
                <a:close/>
              </a:path>
            </a:pathLst>
          </a:custGeom>
          <a:solidFill>
            <a:srgbClr val="7D857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36714" y="297016"/>
            <a:ext cx="3533983" cy="17398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2022348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E4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1427" y="612139"/>
            <a:ext cx="872934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1427" y="2498852"/>
            <a:ext cx="9997440" cy="3608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3B3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15116" y="6422133"/>
            <a:ext cx="165100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2467451" y="2394918"/>
            <a:ext cx="4209415" cy="118300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86080" marR="5080" indent="-374015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solidFill>
                  <a:srgbClr val="FFFFFF"/>
                </a:solidFill>
                <a:latin typeface="Cambria"/>
                <a:cs typeface="Cambria"/>
              </a:rPr>
              <a:t>Основы</a:t>
            </a:r>
            <a:r>
              <a:rPr sz="400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dirty="0">
                <a:solidFill>
                  <a:srgbClr val="FFFFFF"/>
                </a:solidFill>
                <a:latin typeface="Cambria"/>
                <a:cs typeface="Cambria"/>
              </a:rPr>
              <a:t>поиска</a:t>
            </a:r>
            <a:r>
              <a:rPr sz="400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mbria"/>
                <a:cs typeface="Cambria"/>
              </a:rPr>
              <a:t>по </a:t>
            </a:r>
            <a:r>
              <a:rPr sz="4000" dirty="0">
                <a:solidFill>
                  <a:srgbClr val="FFFFFF"/>
                </a:solidFill>
                <a:latin typeface="Cambria"/>
                <a:cs typeface="Cambria"/>
              </a:rPr>
              <a:t>истории</a:t>
            </a:r>
            <a:r>
              <a:rPr sz="4000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mbria"/>
                <a:cs typeface="Cambria"/>
              </a:rPr>
              <a:t>семьи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1581" y="4172099"/>
            <a:ext cx="210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85" dirty="0">
                <a:solidFill>
                  <a:srgbClr val="FFFFFF"/>
                </a:solidFill>
                <a:latin typeface="Tahoma"/>
                <a:cs typeface="Tahoma"/>
              </a:rPr>
              <a:t>Касьяненко</a:t>
            </a:r>
            <a:r>
              <a:rPr sz="2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30" dirty="0">
                <a:solidFill>
                  <a:srgbClr val="FFFFFF"/>
                </a:solidFill>
                <a:latin typeface="Tahoma"/>
                <a:cs typeface="Tahoma"/>
              </a:rPr>
              <a:t>Вера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7797" y="1263138"/>
            <a:ext cx="6794500" cy="4356100"/>
            <a:chOff x="1177797" y="1263138"/>
            <a:chExt cx="6794500" cy="4356100"/>
          </a:xfrm>
        </p:grpSpPr>
        <p:sp>
          <p:nvSpPr>
            <p:cNvPr id="6" name="object 6"/>
            <p:cNvSpPr/>
            <p:nvPr/>
          </p:nvSpPr>
          <p:spPr>
            <a:xfrm>
              <a:off x="1915667" y="3822192"/>
              <a:ext cx="5321300" cy="0"/>
            </a:xfrm>
            <a:custGeom>
              <a:avLst/>
              <a:gdLst/>
              <a:ahLst/>
              <a:cxnLst/>
              <a:rect l="l" t="t" r="r" b="b"/>
              <a:pathLst>
                <a:path w="5321300">
                  <a:moveTo>
                    <a:pt x="0" y="0"/>
                  </a:moveTo>
                  <a:lnTo>
                    <a:pt x="5321300" y="0"/>
                  </a:lnTo>
                </a:path>
              </a:pathLst>
            </a:custGeom>
            <a:ln w="12700">
              <a:solidFill>
                <a:srgbClr val="CEBA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47" y="1269488"/>
              <a:ext cx="6781800" cy="4343400"/>
            </a:xfrm>
            <a:custGeom>
              <a:avLst/>
              <a:gdLst/>
              <a:ahLst/>
              <a:cxnLst/>
              <a:rect l="l" t="t" r="r" b="b"/>
              <a:pathLst>
                <a:path w="6781800" h="4343400">
                  <a:moveTo>
                    <a:pt x="0" y="330187"/>
                  </a:moveTo>
                  <a:lnTo>
                    <a:pt x="48793" y="326607"/>
                  </a:lnTo>
                  <a:lnTo>
                    <a:pt x="95363" y="316207"/>
                  </a:lnTo>
                  <a:lnTo>
                    <a:pt x="139199" y="299499"/>
                  </a:lnTo>
                  <a:lnTo>
                    <a:pt x="179791" y="276992"/>
                  </a:lnTo>
                  <a:lnTo>
                    <a:pt x="216627" y="249198"/>
                  </a:lnTo>
                  <a:lnTo>
                    <a:pt x="249198" y="216627"/>
                  </a:lnTo>
                  <a:lnTo>
                    <a:pt x="276992" y="179791"/>
                  </a:lnTo>
                  <a:lnTo>
                    <a:pt x="299499" y="139199"/>
                  </a:lnTo>
                  <a:lnTo>
                    <a:pt x="316207" y="95363"/>
                  </a:lnTo>
                  <a:lnTo>
                    <a:pt x="326607" y="48793"/>
                  </a:lnTo>
                  <a:lnTo>
                    <a:pt x="330187" y="0"/>
                  </a:lnTo>
                  <a:lnTo>
                    <a:pt x="6451612" y="0"/>
                  </a:lnTo>
                  <a:lnTo>
                    <a:pt x="6455192" y="48793"/>
                  </a:lnTo>
                  <a:lnTo>
                    <a:pt x="6465592" y="95363"/>
                  </a:lnTo>
                  <a:lnTo>
                    <a:pt x="6482300" y="139199"/>
                  </a:lnTo>
                  <a:lnTo>
                    <a:pt x="6504807" y="179791"/>
                  </a:lnTo>
                  <a:lnTo>
                    <a:pt x="6532601" y="216627"/>
                  </a:lnTo>
                  <a:lnTo>
                    <a:pt x="6565172" y="249198"/>
                  </a:lnTo>
                  <a:lnTo>
                    <a:pt x="6602008" y="276992"/>
                  </a:lnTo>
                  <a:lnTo>
                    <a:pt x="6642600" y="299499"/>
                  </a:lnTo>
                  <a:lnTo>
                    <a:pt x="6686436" y="316207"/>
                  </a:lnTo>
                  <a:lnTo>
                    <a:pt x="6733006" y="326607"/>
                  </a:lnTo>
                  <a:lnTo>
                    <a:pt x="6781800" y="330187"/>
                  </a:lnTo>
                  <a:lnTo>
                    <a:pt x="6781800" y="4013225"/>
                  </a:lnTo>
                  <a:lnTo>
                    <a:pt x="6733006" y="4016805"/>
                  </a:lnTo>
                  <a:lnTo>
                    <a:pt x="6686436" y="4027204"/>
                  </a:lnTo>
                  <a:lnTo>
                    <a:pt x="6642600" y="4043913"/>
                  </a:lnTo>
                  <a:lnTo>
                    <a:pt x="6602008" y="4066419"/>
                  </a:lnTo>
                  <a:lnTo>
                    <a:pt x="6565172" y="4094212"/>
                  </a:lnTo>
                  <a:lnTo>
                    <a:pt x="6532601" y="4126782"/>
                  </a:lnTo>
                  <a:lnTo>
                    <a:pt x="6504807" y="4163618"/>
                  </a:lnTo>
                  <a:lnTo>
                    <a:pt x="6482300" y="4204208"/>
                  </a:lnTo>
                  <a:lnTo>
                    <a:pt x="6465592" y="4248042"/>
                  </a:lnTo>
                  <a:lnTo>
                    <a:pt x="6455192" y="4294610"/>
                  </a:lnTo>
                  <a:lnTo>
                    <a:pt x="6451612" y="4343400"/>
                  </a:lnTo>
                  <a:lnTo>
                    <a:pt x="330187" y="4343400"/>
                  </a:lnTo>
                  <a:lnTo>
                    <a:pt x="326607" y="4294610"/>
                  </a:lnTo>
                  <a:lnTo>
                    <a:pt x="316207" y="4248042"/>
                  </a:lnTo>
                  <a:lnTo>
                    <a:pt x="299499" y="4204208"/>
                  </a:lnTo>
                  <a:lnTo>
                    <a:pt x="276992" y="4163618"/>
                  </a:lnTo>
                  <a:lnTo>
                    <a:pt x="249198" y="4126782"/>
                  </a:lnTo>
                  <a:lnTo>
                    <a:pt x="216627" y="4094212"/>
                  </a:lnTo>
                  <a:lnTo>
                    <a:pt x="179791" y="4066419"/>
                  </a:lnTo>
                  <a:lnTo>
                    <a:pt x="139199" y="4043913"/>
                  </a:lnTo>
                  <a:lnTo>
                    <a:pt x="95363" y="4027204"/>
                  </a:lnTo>
                  <a:lnTo>
                    <a:pt x="48793" y="4016805"/>
                  </a:lnTo>
                  <a:lnTo>
                    <a:pt x="0" y="4013225"/>
                  </a:lnTo>
                  <a:lnTo>
                    <a:pt x="0" y="330187"/>
                  </a:lnTo>
                  <a:close/>
                </a:path>
              </a:pathLst>
            </a:custGeom>
            <a:ln w="12700">
              <a:solidFill>
                <a:srgbClr val="CEBA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0428" y="3681983"/>
              <a:ext cx="970775" cy="2849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С</a:t>
            </a:r>
            <a:r>
              <a:rPr spc="114" dirty="0"/>
              <a:t> </a:t>
            </a:r>
            <a:r>
              <a:rPr dirty="0"/>
              <a:t>чего</a:t>
            </a:r>
            <a:r>
              <a:rPr spc="120" dirty="0"/>
              <a:t> </a:t>
            </a:r>
            <a:r>
              <a:rPr dirty="0"/>
              <a:t>всё</a:t>
            </a:r>
            <a:r>
              <a:rPr spc="120" dirty="0"/>
              <a:t> </a:t>
            </a:r>
            <a:r>
              <a:rPr spc="-10" dirty="0"/>
              <a:t>началось</a:t>
            </a:r>
            <a:r>
              <a:rPr spc="-10" dirty="0">
                <a:latin typeface="Times New Roman"/>
                <a:cs typeface="Times New Roman"/>
              </a:rPr>
              <a:t>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011427" y="2498852"/>
            <a:ext cx="10262870" cy="38792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6515">
              <a:lnSpc>
                <a:spcPts val="2590"/>
              </a:lnSpc>
              <a:spcBef>
                <a:spcPts val="425"/>
              </a:spcBef>
            </a:pPr>
            <a:r>
              <a:rPr lang="ru-RU" sz="2400" spc="-170" dirty="0">
                <a:solidFill>
                  <a:srgbClr val="2C3B39"/>
                </a:solidFill>
                <a:latin typeface="Tahoma"/>
                <a:cs typeface="Tahoma"/>
              </a:rPr>
              <a:t>Текст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Некоторые фотографии</a:t>
            </a:r>
            <a:r>
              <a:rPr spc="35" dirty="0"/>
              <a:t> </a:t>
            </a:r>
            <a:r>
              <a:rPr dirty="0"/>
              <a:t>из</a:t>
            </a:r>
            <a:r>
              <a:rPr spc="20" dirty="0"/>
              <a:t> </a:t>
            </a:r>
            <a:r>
              <a:rPr spc="-10" dirty="0"/>
              <a:t>архива</a:t>
            </a:r>
          </a:p>
        </p:txBody>
      </p:sp>
      <p:pic>
        <p:nvPicPr>
          <p:cNvPr id="3" name="object 3" descr="Абстрактный фон из узлов и сетки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0" y="2728815"/>
            <a:ext cx="6096000" cy="35170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Поиск</a:t>
            </a:r>
            <a:r>
              <a:rPr spc="70" dirty="0"/>
              <a:t> </a:t>
            </a:r>
            <a:r>
              <a:rPr dirty="0"/>
              <a:t>по</a:t>
            </a:r>
            <a:r>
              <a:rPr spc="90" dirty="0"/>
              <a:t> </a:t>
            </a:r>
            <a:r>
              <a:rPr spc="-10" dirty="0"/>
              <a:t>базам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427" y="2498852"/>
            <a:ext cx="84442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solidFill>
                  <a:srgbClr val="2C3B39"/>
                </a:solidFill>
                <a:latin typeface="Tahoma"/>
                <a:cs typeface="Tahoma"/>
              </a:rPr>
              <a:t>После</a:t>
            </a:r>
            <a:r>
              <a:rPr sz="2400" spc="-7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50" dirty="0">
                <a:solidFill>
                  <a:srgbClr val="2C3B39"/>
                </a:solidFill>
                <a:latin typeface="Tahoma"/>
                <a:cs typeface="Tahoma"/>
              </a:rPr>
              <a:t>того,</a:t>
            </a:r>
            <a:r>
              <a:rPr sz="2400" spc="-6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60" dirty="0">
                <a:solidFill>
                  <a:srgbClr val="2C3B39"/>
                </a:solidFill>
                <a:latin typeface="Tahoma"/>
                <a:cs typeface="Tahoma"/>
              </a:rPr>
              <a:t>как</a:t>
            </a:r>
            <a:r>
              <a:rPr sz="2400" spc="-4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35" dirty="0">
                <a:solidFill>
                  <a:srgbClr val="2C3B39"/>
                </a:solidFill>
                <a:latin typeface="Tahoma"/>
                <a:cs typeface="Tahoma"/>
              </a:rPr>
              <a:t>я</a:t>
            </a:r>
            <a:r>
              <a:rPr sz="2400" spc="-7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15" dirty="0">
                <a:solidFill>
                  <a:srgbClr val="2C3B39"/>
                </a:solidFill>
                <a:latin typeface="Tahoma"/>
                <a:cs typeface="Tahoma"/>
              </a:rPr>
              <a:t>получила</a:t>
            </a:r>
            <a:r>
              <a:rPr sz="2400" spc="-5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04" dirty="0">
                <a:solidFill>
                  <a:srgbClr val="2C3B39"/>
                </a:solidFill>
                <a:latin typeface="Tahoma"/>
                <a:cs typeface="Tahoma"/>
              </a:rPr>
              <a:t>имена,</a:t>
            </a:r>
            <a:r>
              <a:rPr sz="2400" spc="-7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35" dirty="0">
                <a:solidFill>
                  <a:srgbClr val="2C3B39"/>
                </a:solidFill>
                <a:latin typeface="Tahoma"/>
                <a:cs typeface="Tahoma"/>
              </a:rPr>
              <a:t>я</a:t>
            </a:r>
            <a:r>
              <a:rPr sz="2400" spc="-6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85" dirty="0">
                <a:solidFill>
                  <a:srgbClr val="2C3B39"/>
                </a:solidFill>
                <a:latin typeface="Tahoma"/>
                <a:cs typeface="Tahoma"/>
              </a:rPr>
              <a:t>решила</a:t>
            </a:r>
            <a:r>
              <a:rPr sz="2400" spc="-6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65" dirty="0">
                <a:solidFill>
                  <a:srgbClr val="2C3B39"/>
                </a:solidFill>
                <a:latin typeface="Tahoma"/>
                <a:cs typeface="Tahoma"/>
              </a:rPr>
              <a:t>их </a:t>
            </a:r>
            <a:r>
              <a:rPr sz="2400" spc="-160" dirty="0">
                <a:solidFill>
                  <a:srgbClr val="2C3B39"/>
                </a:solidFill>
                <a:latin typeface="Tahoma"/>
                <a:cs typeface="Tahoma"/>
              </a:rPr>
              <a:t>проверить</a:t>
            </a:r>
            <a:r>
              <a:rPr sz="2400" spc="-5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90" dirty="0" err="1">
                <a:solidFill>
                  <a:srgbClr val="2C3B39"/>
                </a:solidFill>
                <a:latin typeface="Tahoma"/>
                <a:cs typeface="Tahoma"/>
              </a:rPr>
              <a:t>по</a:t>
            </a:r>
            <a:r>
              <a:rPr sz="2400" spc="-5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14" dirty="0" err="1">
                <a:solidFill>
                  <a:srgbClr val="2C3B39"/>
                </a:solidFill>
                <a:latin typeface="Tahoma"/>
                <a:cs typeface="Tahoma"/>
              </a:rPr>
              <a:t>базам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Архивы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011427" y="2498852"/>
            <a:ext cx="9439275" cy="72135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135890" algn="just">
              <a:lnSpc>
                <a:spcPts val="2590"/>
              </a:lnSpc>
              <a:spcBef>
                <a:spcPts val="425"/>
              </a:spcBef>
            </a:pPr>
            <a:r>
              <a:rPr sz="2400" spc="-105" dirty="0">
                <a:solidFill>
                  <a:srgbClr val="2C3B39"/>
                </a:solidFill>
                <a:latin typeface="Tahoma"/>
                <a:cs typeface="Tahoma"/>
              </a:rPr>
              <a:t>Я</a:t>
            </a:r>
            <a:r>
              <a:rPr sz="2400" spc="-9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29" dirty="0">
                <a:solidFill>
                  <a:srgbClr val="2C3B39"/>
                </a:solidFill>
                <a:latin typeface="Tahoma"/>
                <a:cs typeface="Tahoma"/>
              </a:rPr>
              <a:t>также</a:t>
            </a:r>
            <a:r>
              <a:rPr sz="2400" spc="-9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65" dirty="0">
                <a:solidFill>
                  <a:srgbClr val="2C3B39"/>
                </a:solidFill>
                <a:latin typeface="Tahoma"/>
                <a:cs typeface="Tahoma"/>
              </a:rPr>
              <a:t>попробовала</a:t>
            </a:r>
            <a:r>
              <a:rPr sz="2400" spc="-6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55" dirty="0">
                <a:solidFill>
                  <a:srgbClr val="2C3B39"/>
                </a:solidFill>
                <a:latin typeface="Tahoma"/>
                <a:cs typeface="Tahoma"/>
              </a:rPr>
              <a:t>поработать</a:t>
            </a:r>
            <a:r>
              <a:rPr sz="2400" spc="-7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35" dirty="0">
                <a:solidFill>
                  <a:srgbClr val="2C3B39"/>
                </a:solidFill>
                <a:latin typeface="Tahoma"/>
                <a:cs typeface="Tahoma"/>
              </a:rPr>
              <a:t>с</a:t>
            </a:r>
            <a:r>
              <a:rPr sz="2400" spc="-8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75" dirty="0">
                <a:solidFill>
                  <a:srgbClr val="2C3B39"/>
                </a:solidFill>
                <a:latin typeface="Tahoma"/>
                <a:cs typeface="Tahoma"/>
              </a:rPr>
              <a:t>онлайн-</a:t>
            </a:r>
            <a:r>
              <a:rPr sz="2400" spc="-195" dirty="0">
                <a:solidFill>
                  <a:srgbClr val="2C3B39"/>
                </a:solidFill>
                <a:latin typeface="Tahoma"/>
                <a:cs typeface="Tahoma"/>
              </a:rPr>
              <a:t>архивами,</a:t>
            </a:r>
            <a:r>
              <a:rPr sz="2400" spc="-6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00" dirty="0">
                <a:solidFill>
                  <a:srgbClr val="2C3B39"/>
                </a:solidFill>
                <a:latin typeface="Tahoma"/>
                <a:cs typeface="Tahoma"/>
              </a:rPr>
              <a:t>но</a:t>
            </a:r>
            <a:r>
              <a:rPr sz="2400" spc="-9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40" dirty="0">
                <a:solidFill>
                  <a:srgbClr val="2C3B39"/>
                </a:solidFill>
                <a:latin typeface="Tahoma"/>
                <a:cs typeface="Tahoma"/>
              </a:rPr>
              <a:t>к</a:t>
            </a:r>
            <a:r>
              <a:rPr sz="2400" spc="-8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90" dirty="0">
                <a:solidFill>
                  <a:srgbClr val="2C3B39"/>
                </a:solidFill>
                <a:latin typeface="Tahoma"/>
                <a:cs typeface="Tahoma"/>
              </a:rPr>
              <a:t>сожалению</a:t>
            </a:r>
            <a:r>
              <a:rPr sz="2400" spc="-9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70" dirty="0">
                <a:solidFill>
                  <a:srgbClr val="2C3B39"/>
                </a:solidFill>
                <a:latin typeface="Tahoma"/>
                <a:cs typeface="Tahoma"/>
              </a:rPr>
              <a:t>мне</a:t>
            </a:r>
            <a:r>
              <a:rPr sz="2400" spc="-9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C3B39"/>
                </a:solidFill>
                <a:latin typeface="Tahoma"/>
                <a:cs typeface="Tahoma"/>
              </a:rPr>
              <a:t>не</a:t>
            </a:r>
            <a:r>
              <a:rPr sz="2400" spc="-9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04" dirty="0">
                <a:solidFill>
                  <a:srgbClr val="2C3B39"/>
                </a:solidFill>
                <a:latin typeface="Tahoma"/>
                <a:cs typeface="Tahoma"/>
              </a:rPr>
              <a:t>удалось</a:t>
            </a:r>
            <a:r>
              <a:rPr sz="2400" spc="-7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210" dirty="0">
                <a:solidFill>
                  <a:srgbClr val="2C3B39"/>
                </a:solidFill>
                <a:latin typeface="Tahoma"/>
                <a:cs typeface="Tahoma"/>
              </a:rPr>
              <a:t>там</a:t>
            </a:r>
            <a:r>
              <a:rPr sz="2400" spc="-90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55" dirty="0">
                <a:solidFill>
                  <a:srgbClr val="2C3B39"/>
                </a:solidFill>
                <a:latin typeface="Tahoma"/>
                <a:cs typeface="Tahoma"/>
              </a:rPr>
              <a:t>найти</a:t>
            </a:r>
            <a:r>
              <a:rPr sz="2400" spc="-8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2C3B39"/>
                </a:solidFill>
                <a:latin typeface="Tahoma"/>
                <a:cs typeface="Tahoma"/>
              </a:rPr>
              <a:t>полезной</a:t>
            </a:r>
            <a:r>
              <a:rPr sz="2400" spc="-85" dirty="0">
                <a:solidFill>
                  <a:srgbClr val="2C3B39"/>
                </a:solidFill>
                <a:latin typeface="Tahoma"/>
                <a:cs typeface="Tahoma"/>
              </a:rPr>
              <a:t> </a:t>
            </a:r>
            <a:r>
              <a:rPr sz="2400" spc="-180" dirty="0" err="1">
                <a:solidFill>
                  <a:srgbClr val="2C3B39"/>
                </a:solidFill>
                <a:latin typeface="Tahoma"/>
                <a:cs typeface="Tahoma"/>
              </a:rPr>
              <a:t>информации</a:t>
            </a:r>
            <a:r>
              <a:rPr sz="2400" spc="-180" dirty="0">
                <a:solidFill>
                  <a:srgbClr val="2C3B39"/>
                </a:solidFill>
                <a:latin typeface="Tahoma"/>
                <a:cs typeface="Tahoma"/>
              </a:rPr>
              <a:t>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2068195"/>
            <a:chOff x="0" y="0"/>
            <a:chExt cx="12192000" cy="20681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89460" cy="2048510"/>
            </a:xfrm>
            <a:custGeom>
              <a:avLst/>
              <a:gdLst/>
              <a:ahLst/>
              <a:cxnLst/>
              <a:rect l="l" t="t" r="r" b="b"/>
              <a:pathLst>
                <a:path w="12189460" h="2048510">
                  <a:moveTo>
                    <a:pt x="12188952" y="0"/>
                  </a:moveTo>
                  <a:lnTo>
                    <a:pt x="0" y="0"/>
                  </a:lnTo>
                  <a:lnTo>
                    <a:pt x="0" y="2048255"/>
                  </a:lnTo>
                  <a:lnTo>
                    <a:pt x="12188952" y="204825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7D8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6714" y="297016"/>
              <a:ext cx="3533983" cy="17398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022348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12192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2192000" y="4572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E43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Дополнительные</a:t>
            </a:r>
            <a:r>
              <a:rPr spc="-45" dirty="0"/>
              <a:t> </a:t>
            </a:r>
            <a:r>
              <a:rPr spc="-10" dirty="0"/>
              <a:t>фотографии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1427" y="2498852"/>
            <a:ext cx="3592195" cy="38792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lang="ru-RU" sz="2400" spc="-195" dirty="0">
                <a:solidFill>
                  <a:srgbClr val="2C3B39"/>
                </a:solidFill>
                <a:latin typeface="Tahoma"/>
                <a:cs typeface="Tahoma"/>
              </a:rPr>
              <a:t>Новая фотография</a:t>
            </a:r>
            <a:endParaRPr lang="ru-RU" sz="2400" dirty="0">
              <a:latin typeface="Tahoma"/>
              <a:cs typeface="Tahoma"/>
            </a:endParaRPr>
          </a:p>
        </p:txBody>
      </p:sp>
      <p:pic>
        <p:nvPicPr>
          <p:cNvPr id="8" name="object 8" descr="Бумажные полоски желтого и оранжевого цвета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1943" y="2523744"/>
            <a:ext cx="5644635" cy="375665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Древо</a:t>
            </a:r>
          </a:p>
        </p:txBody>
      </p:sp>
      <p:pic>
        <p:nvPicPr>
          <p:cNvPr id="3" name="object 3" descr="Текстура белого льна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3618" y="2633472"/>
            <a:ext cx="5004761" cy="33527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1427" y="612139"/>
            <a:ext cx="20935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Выводы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11427" y="2498852"/>
            <a:ext cx="9997440" cy="38792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lang="ru-RU" spc="-110" dirty="0"/>
              <a:t>Текст</a:t>
            </a:r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06372" y="2216911"/>
            <a:ext cx="4578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Спасибо</a:t>
            </a:r>
            <a:r>
              <a:rPr sz="4800" spc="45" dirty="0"/>
              <a:t> </a:t>
            </a:r>
            <a:r>
              <a:rPr sz="4800" dirty="0"/>
              <a:t>за</a:t>
            </a:r>
            <a:r>
              <a:rPr sz="4800" spc="25" dirty="0"/>
              <a:t> </a:t>
            </a:r>
            <a:r>
              <a:rPr sz="4800" spc="-30" dirty="0"/>
              <a:t>курс</a:t>
            </a:r>
            <a:r>
              <a:rPr sz="4800" spc="-30" dirty="0">
                <a:latin typeface="Times New Roman"/>
                <a:cs typeface="Times New Roman"/>
              </a:rPr>
              <a:t>!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0783" y="3066288"/>
            <a:ext cx="4112260" cy="287020"/>
            <a:chOff x="1700783" y="3066288"/>
            <a:chExt cx="4112260" cy="287020"/>
          </a:xfrm>
        </p:grpSpPr>
        <p:sp>
          <p:nvSpPr>
            <p:cNvPr id="5" name="object 5"/>
            <p:cNvSpPr/>
            <p:nvPr/>
          </p:nvSpPr>
          <p:spPr>
            <a:xfrm>
              <a:off x="1700783" y="3209544"/>
              <a:ext cx="3624579" cy="0"/>
            </a:xfrm>
            <a:custGeom>
              <a:avLst/>
              <a:gdLst/>
              <a:ahLst/>
              <a:cxnLst/>
              <a:rect l="l" t="t" r="r" b="b"/>
              <a:pathLst>
                <a:path w="3624579">
                  <a:moveTo>
                    <a:pt x="0" y="0"/>
                  </a:moveTo>
                  <a:lnTo>
                    <a:pt x="3624541" y="0"/>
                  </a:lnTo>
                </a:path>
              </a:pathLst>
            </a:custGeom>
            <a:ln w="12700">
              <a:solidFill>
                <a:srgbClr val="CEBA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0236" y="3066288"/>
              <a:ext cx="972299" cy="286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71</Words>
  <Application>Microsoft Office PowerPoint</Application>
  <PresentationFormat>Широкоэкранный</PresentationFormat>
  <Paragraphs>22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Cambria</vt:lpstr>
      <vt:lpstr>Tahoma</vt:lpstr>
      <vt:lpstr>Times New Roman</vt:lpstr>
      <vt:lpstr>Office Theme</vt:lpstr>
      <vt:lpstr>Презентация PowerPoint</vt:lpstr>
      <vt:lpstr>С чего всё началось?</vt:lpstr>
      <vt:lpstr>Некоторые фотографии из архива</vt:lpstr>
      <vt:lpstr>Поиск по базам</vt:lpstr>
      <vt:lpstr>Архивы</vt:lpstr>
      <vt:lpstr>Дополнительные фотографии</vt:lpstr>
      <vt:lpstr>Древо</vt:lpstr>
      <vt:lpstr>Выводы</vt:lpstr>
      <vt:lpstr>Спасибо за курс!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поиска по истории семьи</dc:title>
  <dc:creator>Pelmeshka</dc:creator>
  <cp:lastModifiedBy>Касьяненко Вера Михайловна</cp:lastModifiedBy>
  <cp:revision>1</cp:revision>
  <dcterms:created xsi:type="dcterms:W3CDTF">2026-06-26T23:12:01Z</dcterms:created>
  <dcterms:modified xsi:type="dcterms:W3CDTF">2026-06-26T23:14:51Z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onverter">
    <vt:lpwstr>SolidFramework v10.0.19910.1</vt:lpwstr>
  </property>
  <property fmtid="{D5CDD505-2E9C-101B-9397-08002B2CF9AE}" pid="4" name="Created">
    <vt:filetime>2025-04-06T00:00:00Z</vt:filetime>
  </property>
  <property fmtid="{D5CDD505-2E9C-101B-9397-08002B2CF9AE}" pid="5" name="Creator">
    <vt:lpwstr>Acrobat PDFMaker 24 для PowerPoint</vt:lpwstr>
  </property>
  <property fmtid="{D5CDD505-2E9C-101B-9397-08002B2CF9AE}" pid="6" name="LastSaved">
    <vt:filetime>2026-06-26T00:00:00Z</vt:filetime>
  </property>
  <property fmtid="{D5CDD505-2E9C-101B-9397-08002B2CF9AE}" pid="7" name="Producer">
    <vt:lpwstr>Adobe PDF Library 24.5.96</vt:lpwstr>
  </property>
</Properties>
</file>